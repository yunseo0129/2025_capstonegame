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2" r:id="rId7"/>
    <p:sldId id="267" r:id="rId8"/>
    <p:sldId id="268" r:id="rId9"/>
    <p:sldId id="263" r:id="rId10"/>
    <p:sldId id="264" r:id="rId11"/>
    <p:sldId id="265" r:id="rId12"/>
    <p:sldId id="269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54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7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7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9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3" Type="http://schemas.openxmlformats.org/officeDocument/2006/relationships/image" Target="../media/image6.png"/><Relationship Id="rId21" Type="http://schemas.openxmlformats.org/officeDocument/2006/relationships/image" Target="../media/image66.png"/><Relationship Id="rId7" Type="http://schemas.openxmlformats.org/officeDocument/2006/relationships/image" Target="../media/image18.png"/><Relationship Id="rId12" Type="http://schemas.openxmlformats.org/officeDocument/2006/relationships/image" Target="../media/image58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11" Type="http://schemas.openxmlformats.org/officeDocument/2006/relationships/image" Target="../media/image46.png"/><Relationship Id="rId24" Type="http://schemas.openxmlformats.org/officeDocument/2006/relationships/image" Target="../media/image69.png"/><Relationship Id="rId5" Type="http://schemas.openxmlformats.org/officeDocument/2006/relationships/image" Target="../media/image54.png"/><Relationship Id="rId15" Type="http://schemas.openxmlformats.org/officeDocument/2006/relationships/image" Target="../media/image43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10" Type="http://schemas.openxmlformats.org/officeDocument/2006/relationships/image" Target="../media/image57.png"/><Relationship Id="rId19" Type="http://schemas.openxmlformats.org/officeDocument/2006/relationships/image" Target="../media/image64.png"/><Relationship Id="rId4" Type="http://schemas.openxmlformats.org/officeDocument/2006/relationships/image" Target="../media/image7.png"/><Relationship Id="rId9" Type="http://schemas.openxmlformats.org/officeDocument/2006/relationships/image" Target="../media/image56.png"/><Relationship Id="rId14" Type="http://schemas.openxmlformats.org/officeDocument/2006/relationships/image" Target="../media/image60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7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18" Type="http://schemas.openxmlformats.org/officeDocument/2006/relationships/image" Target="../media/image91.png"/><Relationship Id="rId26" Type="http://schemas.openxmlformats.org/officeDocument/2006/relationships/image" Target="../media/image99.png"/><Relationship Id="rId3" Type="http://schemas.openxmlformats.org/officeDocument/2006/relationships/image" Target="../media/image6.png"/><Relationship Id="rId21" Type="http://schemas.openxmlformats.org/officeDocument/2006/relationships/image" Target="../media/image94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17" Type="http://schemas.openxmlformats.org/officeDocument/2006/relationships/image" Target="../media/image90.png"/><Relationship Id="rId25" Type="http://schemas.openxmlformats.org/officeDocument/2006/relationships/image" Target="../media/image9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9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24" Type="http://schemas.openxmlformats.org/officeDocument/2006/relationships/image" Target="../media/image97.png"/><Relationship Id="rId5" Type="http://schemas.openxmlformats.org/officeDocument/2006/relationships/image" Target="../media/image78.png"/><Relationship Id="rId15" Type="http://schemas.openxmlformats.org/officeDocument/2006/relationships/image" Target="../media/image88.png"/><Relationship Id="rId23" Type="http://schemas.openxmlformats.org/officeDocument/2006/relationships/image" Target="../media/image96.png"/><Relationship Id="rId10" Type="http://schemas.openxmlformats.org/officeDocument/2006/relationships/image" Target="../media/image83.png"/><Relationship Id="rId19" Type="http://schemas.openxmlformats.org/officeDocument/2006/relationships/image" Target="../media/image92.png"/><Relationship Id="rId4" Type="http://schemas.openxmlformats.org/officeDocument/2006/relationships/image" Target="../media/image7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Relationship Id="rId22" Type="http://schemas.openxmlformats.org/officeDocument/2006/relationships/image" Target="../media/image9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3" Type="http://schemas.openxmlformats.org/officeDocument/2006/relationships/image" Target="../media/image100.png"/><Relationship Id="rId21" Type="http://schemas.openxmlformats.org/officeDocument/2006/relationships/image" Target="../media/image116.png"/><Relationship Id="rId7" Type="http://schemas.openxmlformats.org/officeDocument/2006/relationships/image" Target="../media/image18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6.png"/><Relationship Id="rId5" Type="http://schemas.openxmlformats.org/officeDocument/2006/relationships/image" Target="../media/image101.png"/><Relationship Id="rId15" Type="http://schemas.openxmlformats.org/officeDocument/2006/relationships/image" Target="../media/image110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4" Type="http://schemas.openxmlformats.org/officeDocument/2006/relationships/image" Target="../media/image7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529" y="1962912"/>
            <a:ext cx="6010654" cy="36164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1704592"/>
            <a:ext cx="5029200" cy="109258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3320856"/>
            <a:ext cx="5029200" cy="1092588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870644"/>
            <a:ext cx="5029200" cy="1092588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712226" y="2056756"/>
            <a:ext cx="3449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각자 이름 및 맡은 파트 간략하게</a:t>
            </a:r>
          </a:p>
        </p:txBody>
      </p:sp>
      <p:pic>
        <p:nvPicPr>
          <p:cNvPr id="7" name="그림 6" descr="텍스트, 그래픽, 그래픽 디자인, 그라피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56121-1A1A-2BE0-C6AE-4AEE0431D1B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942" t="461" r="2402" b="-1279"/>
          <a:stretch>
            <a:fillRect/>
          </a:stretch>
        </p:blipFill>
        <p:spPr>
          <a:xfrm>
            <a:off x="529439" y="2090164"/>
            <a:ext cx="5815584" cy="34892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방식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1A74A98-9616-1E6E-709D-B625756EE9F3}"/>
              </a:ext>
            </a:extLst>
          </p:cNvPr>
          <p:cNvSpPr/>
          <p:nvPr/>
        </p:nvSpPr>
        <p:spPr>
          <a:xfrm>
            <a:off x="531946" y="554704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AFD0CC-76EF-71C9-7661-FCB19270C355}"/>
              </a:ext>
            </a:extLst>
          </p:cNvPr>
          <p:cNvSpPr/>
          <p:nvPr/>
        </p:nvSpPr>
        <p:spPr>
          <a:xfrm>
            <a:off x="514691" y="168807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5716" y="1584961"/>
            <a:ext cx="6974337" cy="4245512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2980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14691" y="3388944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07635" y="3421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07635" y="3688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598065" y="490552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598065" y="51446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598065" y="558836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5831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6302E855-E59E-B998-0819-B8F9B2BB362E}"/>
              </a:ext>
            </a:extLst>
          </p:cNvPr>
          <p:cNvSpPr/>
          <p:nvPr/>
        </p:nvSpPr>
        <p:spPr>
          <a:xfrm>
            <a:off x="59806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07635" y="3911843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 중국</a:t>
            </a:r>
            <a:endParaRPr lang="en-US" sz="18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A0DB24A-118F-289D-1D06-0CDCE3903C20}"/>
              </a:ext>
            </a:extLst>
          </p:cNvPr>
          <p:cNvSpPr/>
          <p:nvPr/>
        </p:nvSpPr>
        <p:spPr>
          <a:xfrm>
            <a:off x="608146" y="6085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가짜 뉴스 증가</a:t>
            </a:r>
            <a:endParaRPr lang="en-US" sz="1200" dirty="0">
              <a:latin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543800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2731770" cy="1828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13444" y="1433880"/>
            <a:ext cx="3068955" cy="175113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8631885" y="1560635"/>
            <a:ext cx="3509138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374151"/>
                </a:solidFill>
                <a:latin typeface="ui-sans-serif" pitchFamily="34" charset="0"/>
              </a:rPr>
              <a:t>배틀그라운드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8626829" y="1814635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시장 점유율 also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31FF53C-966D-A7C6-E431-5471CCBFF302}"/>
              </a:ext>
            </a:extLst>
          </p:cNvPr>
          <p:cNvSpPr/>
          <p:nvPr/>
        </p:nvSpPr>
        <p:spPr>
          <a:xfrm>
            <a:off x="8626829" y="2092129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</a:rPr>
              <a:t>오버워치</a:t>
            </a:r>
            <a:endParaRPr lang="en-US" sz="120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84164D5-ACD8-C63F-B4F6-6BEAD814770B}"/>
              </a:ext>
            </a:extLst>
          </p:cNvPr>
          <p:cNvSpPr/>
          <p:nvPr/>
        </p:nvSpPr>
        <p:spPr>
          <a:xfrm>
            <a:off x="8626829" y="2396766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</a:rPr>
              <a:t>서든어택</a:t>
            </a:r>
            <a:endParaRPr lang="en-US" altLang="ko-KR" sz="1200" dirty="0">
              <a:solidFill>
                <a:srgbClr val="4B5563"/>
              </a:solidFill>
              <a:latin typeface="ui-sans-serif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sp>
        <p:nvSpPr>
          <p:cNvPr id="35" name="Text 10">
            <a:extLst>
              <a:ext uri="{FF2B5EF4-FFF2-40B4-BE49-F238E27FC236}">
                <a16:creationId xmlns:a16="http://schemas.microsoft.com/office/drawing/2014/main" id="{66FD7D1B-F0E9-2A5B-EF7F-227F5493DC9A}"/>
              </a:ext>
            </a:extLst>
          </p:cNvPr>
          <p:cNvSpPr/>
          <p:nvPr/>
        </p:nvSpPr>
        <p:spPr>
          <a:xfrm>
            <a:off x="4799433" y="3905250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그중 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발로란트에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대한 설명</a:t>
            </a:r>
            <a:endParaRPr lang="en-US" sz="15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4951833" y="4562182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특히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세대의 선호도가 높다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피시방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점유율 변화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 이유에 대해 서술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라운드 방식의 게임진행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등등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b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</a:b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2792849" cy="194016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714500"/>
            <a:ext cx="762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019300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3241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6289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3750" y="1108417"/>
            <a:ext cx="2800350" cy="193665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4250" y="1337017"/>
            <a:ext cx="190500" cy="19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1706733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022817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327617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660992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20" y="3116434"/>
            <a:ext cx="5765780" cy="3360566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20" y="3345034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354" y="592118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8629" y="1108416"/>
            <a:ext cx="5600700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01071" y="156208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838200" y="12954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723900" y="1676400"/>
            <a:ext cx="1861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2011년에 출시한 게임</a:t>
            </a:r>
            <a:endParaRPr lang="en-US" sz="1200" dirty="0"/>
          </a:p>
        </p:txBody>
      </p:sp>
      <p:sp>
        <p:nvSpPr>
          <p:cNvPr id="31" name="Text 3"/>
          <p:cNvSpPr/>
          <p:nvPr/>
        </p:nvSpPr>
        <p:spPr>
          <a:xfrm>
            <a:off x="723900" y="19812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침공하는 설정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723900" y="2286000"/>
            <a:ext cx="222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출시 첫주에 100만 장 판매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723900" y="2590800"/>
            <a:ext cx="272944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멀티플레이 BP시스템이 호평받음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3790950" y="1298917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3676650" y="1679917"/>
            <a:ext cx="29176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6" name="Text 8"/>
          <p:cNvSpPr/>
          <p:nvPr/>
        </p:nvSpPr>
        <p:spPr>
          <a:xfrm>
            <a:off x="3676650" y="1984717"/>
            <a:ext cx="97262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부족한 연출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3676650" y="2289517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8" name="Text 10"/>
          <p:cNvSpPr/>
          <p:nvPr/>
        </p:nvSpPr>
        <p:spPr>
          <a:xfrm>
            <a:off x="3676650" y="2594317"/>
            <a:ext cx="78974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잦은 버그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825520" y="3306934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820340" y="5928214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200" dirty="0"/>
          </a:p>
        </p:txBody>
      </p:sp>
      <p:sp>
        <p:nvSpPr>
          <p:cNvPr id="44" name="Text 16"/>
          <p:cNvSpPr/>
          <p:nvPr/>
        </p:nvSpPr>
        <p:spPr>
          <a:xfrm>
            <a:off x="6767771" y="152398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60" y="3799304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3008769" y="4424934"/>
            <a:ext cx="426601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8815" y="3799245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0950" y="5972792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902452" y="5922237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2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50"/>
            <a:ext cx="5562600" cy="15049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952875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552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73423" y="444553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60674" y="5486400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56806" y="5667375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486400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52988" y="5667375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03134" y="5667375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29188" y="6276975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81638" y="6096000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25369" y="6276975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77819" y="6096000"/>
            <a:ext cx="1172914" cy="3810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6276975"/>
            <a:ext cx="476250" cy="1905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9384" y="6096000"/>
            <a:ext cx="1175593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143000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은신처 내부에 폭탄을 터트려 인원 사살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143000" y="39243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공격팀을 저지한다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010400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성공하면 폭탄으로 인해 맵이 일부 변경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010400" y="416718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공격과 수비가 매 라운드 변경된다</a:t>
            </a:r>
            <a:endParaRPr lang="en-US" sz="1200" dirty="0"/>
          </a:p>
        </p:txBody>
      </p:sp>
      <p:sp>
        <p:nvSpPr>
          <p:cNvPr id="57" name="Text 15"/>
          <p:cNvSpPr/>
          <p:nvPr/>
        </p:nvSpPr>
        <p:spPr>
          <a:xfrm>
            <a:off x="7029450" y="4400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공격에 성공한 나라가 은신처를 점령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213074" y="5581650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634038" y="61912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230219" y="6191250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7" name="Text 25"/>
          <p:cNvSpPr/>
          <p:nvPr/>
        </p:nvSpPr>
        <p:spPr>
          <a:xfrm>
            <a:off x="9031784" y="61912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구성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7" name="그림 6" descr="도표, 평면도, 직사각형, 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90D721-6F9E-6371-A86F-431B73F60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527773"/>
            <a:ext cx="6391275" cy="415191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4101" y="1143000"/>
            <a:ext cx="2686102" cy="769546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548" y="2293546"/>
            <a:ext cx="3439207" cy="854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BC51ACF1-3EA8-5CDE-D0ED-76B7462FD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B30C9AB4-DF72-5521-CDFD-38AE9D5404B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크기 및 예시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42B1B1FD-62DE-787B-A806-B8C289047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그림 5" descr="도표, 평면도, 직사각형, 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469E3D-32F6-D52E-65E8-096F14C5B1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1" y="1143000"/>
            <a:ext cx="4010164" cy="2605089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60CB44B6-2237-7706-5357-87A9E4CFD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6396" y="876300"/>
            <a:ext cx="6096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4339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1101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1101" y="35433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 캐릭터 시스템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맵을 연 뒤 특정 위치에 폭탄을 떨어트린다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176218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 기능을 가진다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0613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 후 정확한 타격 가능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B</a:t>
            </a:r>
            <a:endParaRPr lang="en-US" sz="1800" dirty="0"/>
          </a:p>
        </p:txBody>
      </p:sp>
      <p:sp>
        <p:nvSpPr>
          <p:cNvPr id="34" name="Text 8"/>
          <p:cNvSpPr/>
          <p:nvPr/>
        </p:nvSpPr>
        <p:spPr>
          <a:xfrm>
            <a:off x="4521101" y="243840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벽 파괴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4597301" y="28194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배그 점착폭탄 기능으로 벽을 파괴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4749701" y="3162300"/>
            <a:ext cx="20032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게임이 끝날 때까지 유지</a:t>
            </a:r>
            <a:endParaRPr lang="en-US" sz="1200" dirty="0"/>
          </a:p>
        </p:txBody>
      </p:sp>
      <p:sp>
        <p:nvSpPr>
          <p:cNvPr id="37" name="Text 11"/>
          <p:cNvSpPr/>
          <p:nvPr/>
        </p:nvSpPr>
        <p:spPr>
          <a:xfrm>
            <a:off x="4749701" y="3505200"/>
            <a:ext cx="29210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공격에 성공하면 다시 막힐 수 있음 (ex: 돌덩이가 새로 생김)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개 또는 두 개의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드론끼리 마주치면 서로 박살난다</a:t>
            </a: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104900"/>
            <a:ext cx="3810000" cy="1855291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0550" y="2171700"/>
            <a:ext cx="1868686" cy="270421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0550" y="2480221"/>
            <a:ext cx="1653034" cy="27042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8169" y="2998291"/>
            <a:ext cx="5715000" cy="154677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98669" y="3188791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1069" y="3293566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8669" y="4042320"/>
            <a:ext cx="1821061" cy="270421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2554" y="4023270"/>
            <a:ext cx="2002036" cy="27042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82986" y="4598491"/>
            <a:ext cx="8572500" cy="154677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73486" y="4788991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2074" y="4893766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73486" y="5632995"/>
            <a:ext cx="1835051" cy="270421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5687" y="5665291"/>
            <a:ext cx="1341686" cy="27042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431" y="6184366"/>
            <a:ext cx="11430000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08170" y="6365341"/>
            <a:ext cx="1143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4972050" y="1381125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4381500" y="1847850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4" name="Text 3"/>
          <p:cNvSpPr/>
          <p:nvPr/>
        </p:nvSpPr>
        <p:spPr>
          <a:xfrm>
            <a:off x="4476750" y="2171700"/>
            <a:ext cx="22424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경제: 라운드 종료 시 돈 증가</a:t>
            </a:r>
            <a:endParaRPr lang="en-US" sz="1020" dirty="0"/>
          </a:p>
        </p:txBody>
      </p:sp>
      <p:sp>
        <p:nvSpPr>
          <p:cNvPr id="25" name="Text 4"/>
          <p:cNvSpPr/>
          <p:nvPr/>
        </p:nvSpPr>
        <p:spPr>
          <a:xfrm>
            <a:off x="4476750" y="2480221"/>
            <a:ext cx="198364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회복: 자가회복 능력 향상</a:t>
            </a:r>
            <a:endParaRPr lang="en-US" sz="1020" dirty="0"/>
          </a:p>
        </p:txBody>
      </p:sp>
      <p:sp>
        <p:nvSpPr>
          <p:cNvPr id="26" name="Text 5"/>
          <p:cNvSpPr/>
          <p:nvPr/>
        </p:nvSpPr>
        <p:spPr>
          <a:xfrm>
            <a:off x="4089219" y="32745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3498669" y="3741241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93919" y="4065091"/>
            <a:ext cx="218527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고유 능력 강화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</a:rPr>
              <a:t>쿨타임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횟수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5453080" y="4065091"/>
            <a:ext cx="240244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능력 강화: 공격력, 방어력</a:t>
            </a:r>
            <a:endParaRPr lang="en-US" sz="1020" dirty="0"/>
          </a:p>
        </p:txBody>
      </p:sp>
      <p:sp>
        <p:nvSpPr>
          <p:cNvPr id="30" name="Text 9"/>
          <p:cNvSpPr/>
          <p:nvPr/>
        </p:nvSpPr>
        <p:spPr>
          <a:xfrm>
            <a:off x="2764036" y="48747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2173486" y="5341441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 여부와 관계없이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2268736" y="5665291"/>
            <a:ext cx="220206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선물O: 총, 방탄복, 회복키트</a:t>
            </a:r>
            <a:endParaRPr lang="en-US" sz="1020" dirty="0"/>
          </a:p>
        </p:txBody>
      </p:sp>
      <p:sp>
        <p:nvSpPr>
          <p:cNvPr id="33" name="Text 12"/>
          <p:cNvSpPr/>
          <p:nvPr/>
        </p:nvSpPr>
        <p:spPr>
          <a:xfrm>
            <a:off x="4221208" y="5704395"/>
            <a:ext cx="16100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선물X: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endParaRPr lang="en-US" sz="1020" dirty="0"/>
          </a:p>
        </p:txBody>
      </p:sp>
      <p:sp>
        <p:nvSpPr>
          <p:cNvPr id="34" name="Text 13"/>
          <p:cNvSpPr/>
          <p:nvPr/>
        </p:nvSpPr>
        <p:spPr>
          <a:xfrm>
            <a:off x="-510689" y="6336766"/>
            <a:ext cx="1335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재화 시스템은 개인 전력 향상과 팀 cooperation를 모두 고려하여 균형 잡힌 게임 플레이를 유도합니다.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081420"/>
            <a:ext cx="11106151" cy="5395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F20E90D-DE46-C9CD-2145-DC53F318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2" descr="preencoded.png">
            <a:extLst>
              <a:ext uri="{FF2B5EF4-FFF2-40B4-BE49-F238E27FC236}">
                <a16:creationId xmlns:a16="http://schemas.microsoft.com/office/drawing/2014/main" id="{469D83A2-C7B5-3E3C-3A12-BE024A761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" y="1081420"/>
            <a:ext cx="11106151" cy="539558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4CBBB49-5CB9-9C20-828C-CD591223425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162493CE-3122-1B6E-009D-E7400E3CA9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271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596</Words>
  <Application>Microsoft Office PowerPoint</Application>
  <PresentationFormat>와이드스크린</PresentationFormat>
  <Paragraphs>146</Paragraphs>
  <Slides>13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12</cp:revision>
  <dcterms:created xsi:type="dcterms:W3CDTF">2025-11-12T03:30:23Z</dcterms:created>
  <dcterms:modified xsi:type="dcterms:W3CDTF">2025-11-21T05:24:10Z</dcterms:modified>
</cp:coreProperties>
</file>