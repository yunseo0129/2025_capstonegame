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668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90" y="1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8575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3" y="5153025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87294" y="53340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00199" y="5124449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90" y="5776912"/>
            <a:ext cx="967532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95963" y="5248275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404393" y="52133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85690" y="5872162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넉백과</a:t>
            </a:r>
            <a:r>
              <a:rPr lang="ko-KR" altLang="en-US" b="0" i="0" dirty="0">
                <a:effectLst/>
                <a:latin typeface="gg sans"/>
              </a:rPr>
              <a:t> 짧은 기절 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14965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동일한 간격으로 수차례 넓은 범위의 적들을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용 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</a:t>
            </a:r>
            <a:r>
              <a:rPr lang="ko-KR" altLang="en-US" sz="2200" dirty="0" err="1">
                <a:latin typeface="+mn-ea"/>
              </a:rPr>
              <a:t>매칭시</a:t>
            </a:r>
            <a:r>
              <a:rPr lang="ko-KR" altLang="en-US" sz="2200" dirty="0">
                <a:latin typeface="+mn-ea"/>
              </a:rPr>
              <a:t> 한 세션</a:t>
            </a:r>
            <a:r>
              <a:rPr lang="en-US" altLang="ko-KR" sz="2200" dirty="0">
                <a:latin typeface="+mn-ea"/>
              </a:rPr>
              <a:t>(</a:t>
            </a:r>
            <a:r>
              <a:rPr lang="ko-KR" altLang="en-US" sz="2200" dirty="0">
                <a:latin typeface="+mn-ea"/>
              </a:rPr>
              <a:t>자료구조</a:t>
            </a:r>
            <a:r>
              <a:rPr lang="en-US" altLang="ko-KR" sz="2200" dirty="0">
                <a:latin typeface="+mn-ea"/>
              </a:rPr>
              <a:t>)</a:t>
            </a:r>
            <a:r>
              <a:rPr lang="ko-KR" altLang="en-US" sz="2200" dirty="0">
                <a:latin typeface="+mn-ea"/>
              </a:rPr>
              <a:t>에서 </a:t>
            </a:r>
            <a:r>
              <a:rPr lang="en-US" altLang="ko-KR" sz="2200" dirty="0">
                <a:latin typeface="+mn-ea"/>
              </a:rPr>
              <a:t>6</a:t>
            </a:r>
            <a:r>
              <a:rPr lang="ko-KR" altLang="en-US" sz="2200" dirty="0">
                <a:latin typeface="+mn-ea"/>
              </a:rPr>
              <a:t>명의 데이터 처리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내 </a:t>
            </a:r>
            <a:r>
              <a:rPr lang="ko-KR" altLang="en-US" sz="2200" dirty="0" err="1">
                <a:latin typeface="+mn-ea"/>
              </a:rPr>
              <a:t>보이스챗으로</a:t>
            </a:r>
            <a:r>
              <a:rPr lang="ko-KR" altLang="en-US" sz="2200" dirty="0">
                <a:latin typeface="+mn-ea"/>
              </a:rPr>
              <a:t> 팀원들과 소통 가능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 err="1">
                <a:latin typeface="+mn-ea"/>
              </a:rPr>
              <a:t>데드레코닝으로</a:t>
            </a:r>
            <a:r>
              <a:rPr lang="ko-KR" altLang="en-US" sz="2200" dirty="0">
                <a:latin typeface="+mn-ea"/>
              </a:rPr>
              <a:t> 지연시간 감소</a:t>
            </a:r>
            <a:r>
              <a:rPr lang="en-US" altLang="ko-KR" sz="2200" dirty="0">
                <a:latin typeface="+mn-ea"/>
              </a:rPr>
              <a:t>, </a:t>
            </a:r>
            <a:r>
              <a:rPr lang="ko-KR" altLang="en-US" sz="2200" dirty="0">
                <a:latin typeface="+mn-ea"/>
              </a:rPr>
              <a:t>자연스러운 움직임 구현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977261"/>
            <a:ext cx="362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캐릭터 움직임</a:t>
            </a:r>
            <a:r>
              <a:rPr lang="en-US" altLang="ko-KR" sz="2000" dirty="0"/>
              <a:t>, </a:t>
            </a:r>
            <a:r>
              <a:rPr lang="ko-KR" altLang="en-US" sz="2000" dirty="0"/>
              <a:t>오브젝트 충돌 처리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1, 2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4A1761-03AA-1E56-914D-E266C91DDEC3}"/>
              </a:ext>
            </a:extLst>
          </p:cNvPr>
          <p:cNvSpPr txBox="1"/>
          <p:nvPr/>
        </p:nvSpPr>
        <p:spPr>
          <a:xfrm>
            <a:off x="4305300" y="762000"/>
            <a:ext cx="2598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이거 예쁘게 </a:t>
            </a:r>
            <a:r>
              <a:rPr lang="ko-KR" altLang="en-US" dirty="0" err="1"/>
              <a:t>만들어야함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</TotalTime>
  <Words>1014</Words>
  <Application>Microsoft Office PowerPoint</Application>
  <PresentationFormat>와이드스크린</PresentationFormat>
  <Paragraphs>189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이수현(2019182027)</cp:lastModifiedBy>
  <cp:revision>32</cp:revision>
  <dcterms:created xsi:type="dcterms:W3CDTF">2025-11-12T03:30:23Z</dcterms:created>
  <dcterms:modified xsi:type="dcterms:W3CDTF">2025-12-19T11:21:30Z</dcterms:modified>
</cp:coreProperties>
</file>