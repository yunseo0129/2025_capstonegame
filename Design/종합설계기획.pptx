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2" r:id="rId7"/>
    <p:sldId id="267" r:id="rId8"/>
    <p:sldId id="263" r:id="rId9"/>
    <p:sldId id="264" r:id="rId10"/>
    <p:sldId id="265" r:id="rId11"/>
    <p:sldId id="270" r:id="rId12"/>
    <p:sldId id="269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54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7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7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9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3" Type="http://schemas.openxmlformats.org/officeDocument/2006/relationships/image" Target="../media/image6.png"/><Relationship Id="rId21" Type="http://schemas.openxmlformats.org/officeDocument/2006/relationships/image" Target="../media/image66.png"/><Relationship Id="rId7" Type="http://schemas.openxmlformats.org/officeDocument/2006/relationships/image" Target="../media/image18.png"/><Relationship Id="rId12" Type="http://schemas.openxmlformats.org/officeDocument/2006/relationships/image" Target="../media/image58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11" Type="http://schemas.openxmlformats.org/officeDocument/2006/relationships/image" Target="../media/image46.png"/><Relationship Id="rId24" Type="http://schemas.openxmlformats.org/officeDocument/2006/relationships/image" Target="../media/image69.png"/><Relationship Id="rId5" Type="http://schemas.openxmlformats.org/officeDocument/2006/relationships/image" Target="../media/image54.png"/><Relationship Id="rId15" Type="http://schemas.openxmlformats.org/officeDocument/2006/relationships/image" Target="../media/image43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10" Type="http://schemas.openxmlformats.org/officeDocument/2006/relationships/image" Target="../media/image57.png"/><Relationship Id="rId19" Type="http://schemas.openxmlformats.org/officeDocument/2006/relationships/image" Target="../media/image64.png"/><Relationship Id="rId4" Type="http://schemas.openxmlformats.org/officeDocument/2006/relationships/image" Target="../media/image7.png"/><Relationship Id="rId9" Type="http://schemas.openxmlformats.org/officeDocument/2006/relationships/image" Target="../media/image56.png"/><Relationship Id="rId14" Type="http://schemas.openxmlformats.org/officeDocument/2006/relationships/image" Target="../media/image60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jpeg"/><Relationship Id="rId4" Type="http://schemas.openxmlformats.org/officeDocument/2006/relationships/image" Target="../media/image5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18" Type="http://schemas.openxmlformats.org/officeDocument/2006/relationships/image" Target="../media/image90.png"/><Relationship Id="rId26" Type="http://schemas.openxmlformats.org/officeDocument/2006/relationships/image" Target="../media/image98.png"/><Relationship Id="rId3" Type="http://schemas.openxmlformats.org/officeDocument/2006/relationships/image" Target="../media/image6.png"/><Relationship Id="rId21" Type="http://schemas.openxmlformats.org/officeDocument/2006/relationships/image" Target="../media/image93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5" Type="http://schemas.openxmlformats.org/officeDocument/2006/relationships/image" Target="../media/image9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8.png"/><Relationship Id="rId20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24" Type="http://schemas.openxmlformats.org/officeDocument/2006/relationships/image" Target="../media/image96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23" Type="http://schemas.openxmlformats.org/officeDocument/2006/relationships/image" Target="../media/image95.png"/><Relationship Id="rId10" Type="http://schemas.openxmlformats.org/officeDocument/2006/relationships/image" Target="../media/image82.png"/><Relationship Id="rId19" Type="http://schemas.openxmlformats.org/officeDocument/2006/relationships/image" Target="../media/image91.png"/><Relationship Id="rId4" Type="http://schemas.openxmlformats.org/officeDocument/2006/relationships/image" Target="../media/image7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Relationship Id="rId22" Type="http://schemas.openxmlformats.org/officeDocument/2006/relationships/image" Target="../media/image9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3" Type="http://schemas.openxmlformats.org/officeDocument/2006/relationships/image" Target="../media/image99.png"/><Relationship Id="rId7" Type="http://schemas.openxmlformats.org/officeDocument/2006/relationships/image" Target="../media/image18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5.png"/><Relationship Id="rId5" Type="http://schemas.openxmlformats.org/officeDocument/2006/relationships/image" Target="../media/image100.png"/><Relationship Id="rId15" Type="http://schemas.openxmlformats.org/officeDocument/2006/relationships/image" Target="../media/image109.png"/><Relationship Id="rId10" Type="http://schemas.openxmlformats.org/officeDocument/2006/relationships/image" Target="../media/image104.png"/><Relationship Id="rId4" Type="http://schemas.openxmlformats.org/officeDocument/2006/relationships/image" Target="../media/image7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5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529" y="1962912"/>
            <a:ext cx="6010654" cy="36164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2829316"/>
            <a:ext cx="5029200" cy="82302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3793882"/>
            <a:ext cx="5029200" cy="82302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4758448"/>
            <a:ext cx="5029200" cy="82302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553200" y="281928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장윤서</a:t>
            </a:r>
          </a:p>
        </p:txBody>
      </p:sp>
      <p:pic>
        <p:nvPicPr>
          <p:cNvPr id="7" name="그림 6" descr="텍스트, 그래픽, 그래픽 디자인, 그라피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56121-1A1A-2BE0-C6AE-4AEE0431D1B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942" t="461" r="2402" b="-1279"/>
          <a:stretch>
            <a:fillRect/>
          </a:stretch>
        </p:blipFill>
        <p:spPr>
          <a:xfrm>
            <a:off x="529439" y="2090164"/>
            <a:ext cx="5815584" cy="3489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F91D06-8C86-0346-AFF1-7AD47215C5CC}"/>
              </a:ext>
            </a:extLst>
          </p:cNvPr>
          <p:cNvSpPr txBox="1"/>
          <p:nvPr/>
        </p:nvSpPr>
        <p:spPr>
          <a:xfrm>
            <a:off x="6553200" y="381322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한건우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259204-9588-F69E-8DA4-6CAD99CD897F}"/>
              </a:ext>
            </a:extLst>
          </p:cNvPr>
          <p:cNvSpPr txBox="1"/>
          <p:nvPr/>
        </p:nvSpPr>
        <p:spPr>
          <a:xfrm>
            <a:off x="6553200" y="49190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이수현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1A74A98-9616-1E6E-709D-B625756EE9F3}"/>
              </a:ext>
            </a:extLst>
          </p:cNvPr>
          <p:cNvSpPr/>
          <p:nvPr/>
        </p:nvSpPr>
        <p:spPr>
          <a:xfrm>
            <a:off x="531946" y="554704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AFD0CC-76EF-71C9-7661-FCB19270C355}"/>
              </a:ext>
            </a:extLst>
          </p:cNvPr>
          <p:cNvSpPr/>
          <p:nvPr/>
        </p:nvSpPr>
        <p:spPr>
          <a:xfrm>
            <a:off x="514691" y="168807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5716" y="1584961"/>
            <a:ext cx="6974337" cy="416813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14691" y="3388944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07635" y="3421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07635" y="3688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598065" y="490552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598065" y="51446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598065" y="558836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5831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6302E855-E59E-B998-0819-B8F9B2BB362E}"/>
              </a:ext>
            </a:extLst>
          </p:cNvPr>
          <p:cNvSpPr/>
          <p:nvPr/>
        </p:nvSpPr>
        <p:spPr>
          <a:xfrm>
            <a:off x="59806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07635" y="3911843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</a:t>
            </a:r>
            <a:endParaRPr lang="en-US" sz="18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A0DB24A-118F-289D-1D06-0CDCE3903C20}"/>
              </a:ext>
            </a:extLst>
          </p:cNvPr>
          <p:cNvSpPr/>
          <p:nvPr/>
        </p:nvSpPr>
        <p:spPr>
          <a:xfrm>
            <a:off x="608146" y="6085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가짜 뉴스 증가</a:t>
            </a:r>
            <a:endParaRPr lang="en-US" sz="1200" dirty="0">
              <a:latin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543800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2731770" cy="1828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13444" y="1433880"/>
            <a:ext cx="3068955" cy="175113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8631885" y="1560635"/>
            <a:ext cx="3509138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374151"/>
                </a:solidFill>
                <a:latin typeface="ui-sans-serif" pitchFamily="34" charset="0"/>
              </a:rPr>
              <a:t>배틀그라운드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8626829" y="1814635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시장 점유율 also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31FF53C-966D-A7C6-E431-5471CCBFF302}"/>
              </a:ext>
            </a:extLst>
          </p:cNvPr>
          <p:cNvSpPr/>
          <p:nvPr/>
        </p:nvSpPr>
        <p:spPr>
          <a:xfrm>
            <a:off x="8626829" y="2092129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</a:rPr>
              <a:t>오버워치</a:t>
            </a:r>
            <a:endParaRPr lang="en-US" sz="120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84164D5-ACD8-C63F-B4F6-6BEAD814770B}"/>
              </a:ext>
            </a:extLst>
          </p:cNvPr>
          <p:cNvSpPr/>
          <p:nvPr/>
        </p:nvSpPr>
        <p:spPr>
          <a:xfrm>
            <a:off x="8626829" y="2396766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</a:rPr>
              <a:t>서든어택</a:t>
            </a:r>
            <a:endParaRPr lang="en-US" altLang="ko-KR" sz="1200" dirty="0">
              <a:solidFill>
                <a:srgbClr val="4B5563"/>
              </a:solidFill>
              <a:latin typeface="ui-sans-serif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sp>
        <p:nvSpPr>
          <p:cNvPr id="35" name="Text 10">
            <a:extLst>
              <a:ext uri="{FF2B5EF4-FFF2-40B4-BE49-F238E27FC236}">
                <a16:creationId xmlns:a16="http://schemas.microsoft.com/office/drawing/2014/main" id="{66FD7D1B-F0E9-2A5B-EF7F-227F5493DC9A}"/>
              </a:ext>
            </a:extLst>
          </p:cNvPr>
          <p:cNvSpPr/>
          <p:nvPr/>
        </p:nvSpPr>
        <p:spPr>
          <a:xfrm>
            <a:off x="4799433" y="3905250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그중 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발로란트에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대한 설명</a:t>
            </a:r>
            <a:endParaRPr lang="en-US" sz="15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4951833" y="4562182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특히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세대의 선호도가 높다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피시방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점유율 변화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 이유에 대해 서술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라운드 방식의 게임진행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등등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b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</a:b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94250"/>
            <a:ext cx="4725842" cy="779436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309" y="1235699"/>
            <a:ext cx="190500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436" y="148425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999" y="1993000"/>
            <a:ext cx="4725842" cy="90737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582" y="2117158"/>
            <a:ext cx="205211" cy="205211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602" y="2429881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026" y="2662514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3077278"/>
            <a:ext cx="4727448" cy="333177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5182" y="3263358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2602" y="5822131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41152" y="1108416"/>
            <a:ext cx="6698178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7840" y="134313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782009" y="1197599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1" name="Text 3"/>
          <p:cNvSpPr/>
          <p:nvPr/>
        </p:nvSpPr>
        <p:spPr>
          <a:xfrm>
            <a:off x="723900" y="1480910"/>
            <a:ext cx="309219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침공하는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자극적인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설정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782009" y="2085172"/>
            <a:ext cx="6115376" cy="2539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705809" y="2406000"/>
            <a:ext cx="3418347" cy="21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718489" y="2624723"/>
            <a:ext cx="1353781" cy="21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771882" y="3225258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708266" y="5790509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5754540" y="130503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182" y="3605979"/>
            <a:ext cx="2022557" cy="2114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2606256" y="4460688"/>
            <a:ext cx="302483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087" y="3605978"/>
            <a:ext cx="1958075" cy="213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284" y="5828253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253593" y="5790153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49"/>
            <a:ext cx="5562600" cy="189547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914774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600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00220" y="5743574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06978" y="5910261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743574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rot="20440135">
            <a:off x="4852988" y="5786437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5676900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rot="1265084">
            <a:off x="4855231" y="6115048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395165" y="6110287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6286500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10400" y="6123876"/>
            <a:ext cx="1172914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은신처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내부에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지정된 구역에 폭탄을 설치한다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348383" y="388143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공격팀을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저지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하며 설치된 폭탄을 제거한다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267956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성공하면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오브젝트의 위치가 변경된다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254026" y="4183951"/>
            <a:ext cx="4214818" cy="4642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 등의 폭발로 벽이나 오브젝트가 실시간으로 파괴된다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152620" y="5838824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838824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547565" y="6205537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162800" y="6219126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90999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143375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200" dirty="0"/>
              <a:t>시간이 지나 폭탄이 터지면 라운드가 종료되며 </a:t>
            </a:r>
            <a:r>
              <a:rPr lang="ko-KR" altLang="en-US" sz="1200" dirty="0" err="1"/>
              <a:t>공수교대한다</a:t>
            </a:r>
            <a:r>
              <a:rPr lang="en-US" altLang="ko-KR" sz="1200" dirty="0"/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A0D2E2-F417-927F-5413-D8B405B63407}"/>
              </a:ext>
            </a:extLst>
          </p:cNvPr>
          <p:cNvSpPr txBox="1"/>
          <p:nvPr/>
        </p:nvSpPr>
        <p:spPr>
          <a:xfrm>
            <a:off x="2144400" y="1010283"/>
            <a:ext cx="5252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맵 다시 그릴 것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734" y="33337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35734" y="3824478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를 설치한 후 발포한다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altLang="ko-KR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253653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목표물 까지 거리를 직접 설정한다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박격포에 피격된 오브젝트는 부서진다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B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개의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자신과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드론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사이의 거리를 측정할 수 있다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EB20541-DBB3-E791-F02C-0D6A7AD30C5D}"/>
              </a:ext>
            </a:extLst>
          </p:cNvPr>
          <p:cNvSpPr/>
          <p:nvPr/>
        </p:nvSpPr>
        <p:spPr>
          <a:xfrm>
            <a:off x="4564946" y="2456688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점착 폭탄</a:t>
            </a:r>
            <a:endParaRPr lang="en-US" sz="15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5DE08FEA-2560-C00D-F544-74422C06C364}"/>
              </a:ext>
            </a:extLst>
          </p:cNvPr>
          <p:cNvSpPr/>
          <p:nvPr/>
        </p:nvSpPr>
        <p:spPr>
          <a:xfrm>
            <a:off x="4812596" y="2837688"/>
            <a:ext cx="290185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/>
              <a:t>일정 시간이 지나면 터지는 폭탄을 벽</a:t>
            </a:r>
            <a:r>
              <a:rPr lang="en-US" altLang="ko-KR" sz="1200" dirty="0"/>
              <a:t>, </a:t>
            </a:r>
            <a:r>
              <a:rPr lang="ko-KR" altLang="en-US" sz="1200" dirty="0"/>
              <a:t>오브젝트에 던진다</a:t>
            </a:r>
            <a:endParaRPr lang="en-US" altLang="ko-KR" sz="12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AF311DF7-3383-673D-F4F3-C779876725FA}"/>
              </a:ext>
            </a:extLst>
          </p:cNvPr>
          <p:cNvSpPr/>
          <p:nvPr/>
        </p:nvSpPr>
        <p:spPr>
          <a:xfrm>
            <a:off x="4808179" y="3313938"/>
            <a:ext cx="3014822" cy="3627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점착되어 있는 벽</a:t>
            </a:r>
            <a:r>
              <a:rPr lang="en-US" altLang="ko-KR" sz="1200" dirty="0"/>
              <a:t>, </a:t>
            </a:r>
            <a:r>
              <a:rPr lang="ko-KR" altLang="en-US" sz="1200" dirty="0"/>
              <a:t>오브젝트가 폭발 범위만큼 파괴된다</a:t>
            </a:r>
            <a:r>
              <a:rPr lang="en-US" altLang="ko-KR" sz="1200" dirty="0"/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235" y="1391646"/>
            <a:ext cx="5714999" cy="139012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9736" y="1555208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8799" y="165998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3294" y="2421983"/>
            <a:ext cx="3113021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236" y="2943699"/>
            <a:ext cx="5715000" cy="2031462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2160" y="3124422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4560" y="3229197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4294541"/>
            <a:ext cx="3450771" cy="244583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3548" y="4617154"/>
            <a:ext cx="4808984" cy="245818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9236" y="5079936"/>
            <a:ext cx="5715000" cy="148067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9736" y="520434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88324" y="5309117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59736" y="6048346"/>
            <a:ext cx="2798564" cy="342928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7050286" y="1640933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6459736" y="2082833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6539495" y="2421982"/>
            <a:ext cx="3439157" cy="3450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기본 능력 향상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공격력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방어력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장전 속도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이동 속도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6" name="Text 5"/>
          <p:cNvSpPr/>
          <p:nvPr/>
        </p:nvSpPr>
        <p:spPr>
          <a:xfrm>
            <a:off x="7022710" y="321014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6432160" y="367687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6505891" y="4317312"/>
            <a:ext cx="3587169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경제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라운드 시작 시 얻는 재화 증가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상점 물품 할인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6484740" y="4623368"/>
            <a:ext cx="4717792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전투 관련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적 처치 시 일정 시간 이동속도 증가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폭탄 설치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해체 시 받는 피해 감소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)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0" name="Text 9"/>
          <p:cNvSpPr/>
          <p:nvPr/>
        </p:nvSpPr>
        <p:spPr>
          <a:xfrm>
            <a:off x="7050286" y="529006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6459736" y="5756792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 플레이어에게 선물 가능한</a:t>
            </a: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554986" y="6080642"/>
            <a:ext cx="2703314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총, 방탄복,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회복키트</a:t>
            </a: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연막탄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해체킷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endParaRPr lang="en-US" sz="102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  <p:pic>
        <p:nvPicPr>
          <p:cNvPr id="36" name="Image 10" descr="preencoded.png">
            <a:extLst>
              <a:ext uri="{FF2B5EF4-FFF2-40B4-BE49-F238E27FC236}">
                <a16:creationId xmlns:a16="http://schemas.microsoft.com/office/drawing/2014/main" id="{0838435D-6906-8433-C5ED-BE7E37C47F5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3996531"/>
            <a:ext cx="3999411" cy="239409"/>
          </a:xfrm>
          <a:prstGeom prst="rect">
            <a:avLst/>
          </a:prstGeom>
        </p:spPr>
      </p:pic>
      <p:sp>
        <p:nvSpPr>
          <p:cNvPr id="37" name="Text 7">
            <a:extLst>
              <a:ext uri="{FF2B5EF4-FFF2-40B4-BE49-F238E27FC236}">
                <a16:creationId xmlns:a16="http://schemas.microsoft.com/office/drawing/2014/main" id="{4547F64D-3890-734E-90DB-9ED02ECA509E}"/>
              </a:ext>
            </a:extLst>
          </p:cNvPr>
          <p:cNvSpPr/>
          <p:nvPr/>
        </p:nvSpPr>
        <p:spPr>
          <a:xfrm>
            <a:off x="6505891" y="4019302"/>
            <a:ext cx="3904161" cy="2957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생존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자연 치유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폭발로 받는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총기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C3BE25-D6B5-DC0D-A6B6-F56F2AF42778}"/>
              </a:ext>
            </a:extLst>
          </p:cNvPr>
          <p:cNvSpPr txBox="1"/>
          <p:nvPr/>
        </p:nvSpPr>
        <p:spPr>
          <a:xfrm>
            <a:off x="6670285" y="834541"/>
            <a:ext cx="470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설명 텍스트 대체할 이미지 생성 후 적용 필요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68FF87-8737-D829-A2BD-8008E6D9D284}"/>
              </a:ext>
            </a:extLst>
          </p:cNvPr>
          <p:cNvSpPr txBox="1"/>
          <p:nvPr/>
        </p:nvSpPr>
        <p:spPr>
          <a:xfrm>
            <a:off x="3248150" y="3191781"/>
            <a:ext cx="280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라운드 종료 후 얻는 재화로 구매한다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56D7BD8F-F7EC-D524-BD3E-DEEE3E2267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9379" y="2595602"/>
            <a:ext cx="1853940" cy="18601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189966"/>
            <a:ext cx="2652801" cy="3977260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150229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704850" y="1881691"/>
            <a:ext cx="287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375262" y="1167279"/>
            <a:ext cx="3058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더 정확한 피해 계산 </a:t>
            </a:r>
            <a:r>
              <a:rPr lang="en-US" altLang="ko-KR" dirty="0"/>
              <a:t>- </a:t>
            </a:r>
            <a:r>
              <a:rPr lang="ko-KR" altLang="en-US" dirty="0"/>
              <a:t>장윤서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5" y="1783342"/>
            <a:ext cx="4600940" cy="47136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BE65A5-D3B0-803B-551B-5D437D9C3C33}"/>
              </a:ext>
            </a:extLst>
          </p:cNvPr>
          <p:cNvSpPr txBox="1"/>
          <p:nvPr/>
        </p:nvSpPr>
        <p:spPr>
          <a:xfrm>
            <a:off x="4017182" y="1881691"/>
            <a:ext cx="460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오브젝트에 가려진 캐릭터 범위 피해 계산</a:t>
            </a:r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4193" y="1783342"/>
            <a:ext cx="3447289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899597" y="1881691"/>
            <a:ext cx="2364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투사체 </a:t>
            </a:r>
            <a:r>
              <a:rPr lang="ko-KR" altLang="en-US" dirty="0" err="1"/>
              <a:t>관통력</a:t>
            </a:r>
            <a:r>
              <a:rPr lang="ko-KR" altLang="en-US" dirty="0"/>
              <a:t> 구현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554483E-141E-F596-60A9-E2D786B8E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5661B06-B635-915D-DA4E-8E33C4C04F82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7DDE2B6F-FD91-1210-1BB2-A9E76CD43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0DDF11F8-7E61-FB27-1A01-79EFD6D68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10811257" cy="4713638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5DDAF49-F9D8-E48D-B021-F2A5D2EAB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3" y="1027547"/>
            <a:ext cx="4221122" cy="6324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902F5C-2DAC-91FC-D0E8-16BA96A2CA11}"/>
              </a:ext>
            </a:extLst>
          </p:cNvPr>
          <p:cNvSpPr txBox="1"/>
          <p:nvPr/>
        </p:nvSpPr>
        <p:spPr>
          <a:xfrm>
            <a:off x="487720" y="1925524"/>
            <a:ext cx="10082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비동기 </a:t>
            </a:r>
            <a:r>
              <a:rPr lang="ko-KR" altLang="en-US" dirty="0" err="1"/>
              <a:t>임출력</a:t>
            </a:r>
            <a:r>
              <a:rPr lang="en-US" altLang="ko-KR" dirty="0"/>
              <a:t>, </a:t>
            </a:r>
            <a:r>
              <a:rPr lang="ko-KR" altLang="en-US" dirty="0"/>
              <a:t>스레드 </a:t>
            </a:r>
            <a:r>
              <a:rPr lang="ko-KR" altLang="en-US" dirty="0" err="1"/>
              <a:t>풀링</a:t>
            </a:r>
            <a:r>
              <a:rPr lang="en-US" altLang="ko-KR" dirty="0"/>
              <a:t>, </a:t>
            </a:r>
            <a:r>
              <a:rPr lang="ko-KR" altLang="en-US" dirty="0"/>
              <a:t>동기화 처리에 대해 깊은 이해도를 가짐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0AC35B-4749-2B89-2C0F-A7CB7640010F}"/>
              </a:ext>
            </a:extLst>
          </p:cNvPr>
          <p:cNvSpPr txBox="1"/>
          <p:nvPr/>
        </p:nvSpPr>
        <p:spPr>
          <a:xfrm>
            <a:off x="375262" y="1167279"/>
            <a:ext cx="4647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활용한 </a:t>
            </a:r>
            <a:r>
              <a:rPr lang="en-US" altLang="ko-KR" dirty="0"/>
              <a:t>IOCP </a:t>
            </a:r>
            <a:r>
              <a:rPr lang="ko-KR" altLang="en-US" dirty="0"/>
              <a:t>구현 </a:t>
            </a:r>
            <a:r>
              <a:rPr lang="en-US" altLang="ko-KR" dirty="0"/>
              <a:t>– </a:t>
            </a:r>
            <a:r>
              <a:rPr lang="ko-KR" altLang="en-US" dirty="0"/>
              <a:t>이수현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1D39BB-BCE9-EB6B-AD25-B9E054E07262}"/>
              </a:ext>
            </a:extLst>
          </p:cNvPr>
          <p:cNvSpPr txBox="1"/>
          <p:nvPr/>
        </p:nvSpPr>
        <p:spPr>
          <a:xfrm>
            <a:off x="487720" y="2952960"/>
            <a:ext cx="1030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수백만개의 접속을 처리하는 구조를 설계하면서 성능 최적화 구현</a:t>
            </a:r>
            <a:r>
              <a:rPr lang="en-US" altLang="ko-KR" dirty="0"/>
              <a:t>(</a:t>
            </a:r>
            <a:r>
              <a:rPr lang="ko-KR" altLang="en-US" dirty="0"/>
              <a:t>객체 풀</a:t>
            </a:r>
            <a:r>
              <a:rPr lang="en-US" altLang="ko-KR" dirty="0"/>
              <a:t>, </a:t>
            </a:r>
            <a:r>
              <a:rPr lang="ko-KR" altLang="en-US" dirty="0"/>
              <a:t>효율적인 패킷 직렬화 버퍼 설계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5CE6E5-340F-5BC7-EDAA-A48253893F8C}"/>
              </a:ext>
            </a:extLst>
          </p:cNvPr>
          <p:cNvSpPr txBox="1"/>
          <p:nvPr/>
        </p:nvSpPr>
        <p:spPr>
          <a:xfrm>
            <a:off x="462513" y="4074322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300</a:t>
            </a:r>
            <a:r>
              <a:rPr lang="ko-KR" altLang="en-US" dirty="0"/>
              <a:t>만 목표</a:t>
            </a:r>
          </a:p>
        </p:txBody>
      </p:sp>
    </p:spTree>
    <p:extLst>
      <p:ext uri="{BB962C8B-B14F-4D97-AF65-F5344CB8AC3E}">
        <p14:creationId xmlns:p14="http://schemas.microsoft.com/office/powerpoint/2010/main" val="3841760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F20E90D-DE46-C9CD-2145-DC53F318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4CBBB49-5CB9-9C20-828C-CD591223425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162493CE-3122-1B6E-009D-E7400E3CA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E2FBA9C2-909E-0AF3-223D-BBC7F4305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11430000" cy="4713638"/>
          </a:xfrm>
          <a:prstGeom prst="rect">
            <a:avLst/>
          </a:prstGeom>
        </p:spPr>
      </p:pic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6028250E-8B4B-9482-34CE-896FCC7D7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5306210" cy="6324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F8AE59-0B2D-7F71-590B-44F2C7CD3F45}"/>
              </a:ext>
            </a:extLst>
          </p:cNvPr>
          <p:cNvSpPr txBox="1"/>
          <p:nvPr/>
        </p:nvSpPr>
        <p:spPr>
          <a:xfrm>
            <a:off x="375262" y="1167279"/>
            <a:ext cx="5720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폭발로 인한 실시간 맵</a:t>
            </a:r>
            <a:r>
              <a:rPr lang="en-US" altLang="ko-KR" dirty="0"/>
              <a:t>, </a:t>
            </a:r>
            <a:r>
              <a:rPr lang="ko-KR" altLang="en-US" dirty="0"/>
              <a:t>오브젝트 변화 구현 </a:t>
            </a:r>
            <a:r>
              <a:rPr lang="en-US" altLang="ko-KR" dirty="0"/>
              <a:t>– </a:t>
            </a:r>
            <a:r>
              <a:rPr lang="ko-KR" altLang="en-US" dirty="0"/>
              <a:t>한건우</a:t>
            </a:r>
          </a:p>
        </p:txBody>
      </p:sp>
    </p:spTree>
    <p:extLst>
      <p:ext uri="{BB962C8B-B14F-4D97-AF65-F5344CB8AC3E}">
        <p14:creationId xmlns:p14="http://schemas.microsoft.com/office/powerpoint/2010/main" val="640271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707</Words>
  <Application>Microsoft Office PowerPoint</Application>
  <PresentationFormat>와이드스크린</PresentationFormat>
  <Paragraphs>154</Paragraphs>
  <Slides>13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22</cp:revision>
  <dcterms:created xsi:type="dcterms:W3CDTF">2025-11-12T03:30:23Z</dcterms:created>
  <dcterms:modified xsi:type="dcterms:W3CDTF">2025-11-21T07:38:56Z</dcterms:modified>
</cp:coreProperties>
</file>