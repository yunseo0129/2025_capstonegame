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59" r:id="rId3"/>
    <p:sldId id="258" r:id="rId4"/>
    <p:sldId id="257" r:id="rId5"/>
    <p:sldId id="266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C69F5-DC5B-4E3F-881E-12A4384BDD8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28A58-3275-4714-8A38-31D5AACF2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057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28A58-3275-4714-8A38-31D5AACF25C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602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30FF3-5ACB-4A99-C622-ED219F0CC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1689E1-DE4F-F78B-4317-2DB936011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C0E83-61CE-262C-0FCC-99E18B90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DF7C9E-E9FF-FDD1-2391-71805A07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87D51-9FEC-2BCB-D486-D82B5C54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19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8D197-6434-E0F7-C454-5CCD93F7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F6844E-1C2E-FCCA-625F-B69ED4E52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98670-961F-CCE8-E8C9-C011EC8F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B6DEF-3BAD-1D61-507B-3F132EFB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88F7D-CC1D-44AE-6413-391B8126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78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89B54-01D7-E800-C79B-EBDEE47D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E839C8-64A8-5FD5-6861-160109EAA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81639-BA46-E926-EF1A-79018887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B73499-EC2B-8A2F-E6B1-7588D2EA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9B721-C160-C917-ED16-49F3A984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39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EF682-A508-0AD2-AF25-D799B6D3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89A766-77A6-41A8-E358-B2DD690A7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F53A55-A99A-A315-CD08-EBE212A79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178302-990D-B874-49FF-3FAB53D0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C8D729-3776-80FC-866F-F21259D0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7EC813-6E87-1D36-D59C-E66D1CA5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79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76C3A-E48A-8C8F-B879-0C6B615D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B8F371-3012-8822-9228-3E80710F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791070-D9B0-FADE-1DD1-FA323EFE1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876D68-13E4-730B-ABA8-25CF9D970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A63BA4-C690-8E5B-E132-5E8EB35C1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63FE31-0539-CB5E-2C85-14FA8412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991D44-526A-38F5-0D46-C6341DE9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246E11-5A8B-F1DD-D8E6-AC118717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6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7DC4E-1F1E-B345-EA9F-60EC4161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4CCDD8-2A6F-B361-641F-69479A5F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30216F-C558-D9FF-2CC3-FD0CA994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B994E3-A57B-FD7D-3E5D-2CB49099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05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5C0CE8-9397-5544-3252-77A0BB34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10A4AC-954D-B2FA-17C1-D46C3065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A7BC66-2E7A-220D-1F07-B8BB4398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4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24B52-EF9A-2664-00AF-112C0B45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5BB68-74F1-CDA1-2511-516718655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8D8496-12C3-A2D3-A351-2AC62FFAC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F003D5-F81C-EAAE-1532-338457C1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2F3390-22C7-7802-1A09-EBAC001D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F9F500-4D53-F86B-F329-C8B6C170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49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8383E-BAE7-77D4-9C00-F4A5373E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E08D0E-023C-7F97-D89B-E2B14EB42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27CE7C-2482-D1A8-B84F-C4AD6F985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6EC9DF-7810-9187-E19B-8DCEA359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97A5E0-398A-2085-55C6-B558F74D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4E062-09BE-FF34-7497-D490CEA8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6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A7022-94DD-DBAB-B807-1158003A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45AC1B-37FB-0FE7-62F3-A73D3BBB3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4817FD-93A1-36F4-F946-3704E3D27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B0341B-FDAF-7B34-E913-3361774B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A97C0-0B05-B777-81B4-22399225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31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72F28E-0AC0-0425-784B-B78605135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075159-0D15-4BA8-3A5D-ABFC328B6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BCAAD0-77E7-B4F4-9CE8-6478FF83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1FA56-AA52-BC03-50D4-55E439E3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DAB7A6-9EAC-E67E-2224-4403F3A9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83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9DEB56-666B-97D8-F57B-3FCD1DE3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4338D-0CC6-860D-BE4A-0FD745585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1C7D0-9A80-AF59-7878-27CF5E892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98016-0497-4D85-9D1C-7851CCB2C1A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D5ED5-BAA0-0A80-CF7D-B5B6BA384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AD3C2-401B-4358-6F0C-C8EB733AB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A20E8-7D7E-478E-B484-4B9155170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6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25FF5BD-1A89-19DE-7C1C-22E4E23D6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종합설계기획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90C48AF3-2134-6639-066B-5FE14778AD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게임 이름 미정</a:t>
            </a:r>
          </a:p>
        </p:txBody>
      </p:sp>
    </p:spTree>
    <p:extLst>
      <p:ext uri="{BB962C8B-B14F-4D97-AF65-F5344CB8AC3E}">
        <p14:creationId xmlns:p14="http://schemas.microsoft.com/office/powerpoint/2010/main" val="227645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4BB55-9536-6497-AFB2-C4DBB010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우리가 만들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B548-1262-D5E3-6E50-BBEDCBC7B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저희가 이번에 만들 게임은 </a:t>
            </a:r>
            <a:r>
              <a:rPr lang="en-US" altLang="ko-KR" dirty="0"/>
              <a:t>5</a:t>
            </a:r>
            <a:r>
              <a:rPr lang="ko-KR" altLang="ko-KR" dirty="0"/>
              <a:t>대</a:t>
            </a:r>
            <a:r>
              <a:rPr lang="en-US" altLang="ko-KR" dirty="0"/>
              <a:t>5 1</a:t>
            </a:r>
            <a:r>
              <a:rPr lang="ko-KR" altLang="ko-KR" dirty="0"/>
              <a:t>인칭 슈팅게임입니다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북한과 미국이 전쟁하는 내용으로 한 경기에 여러 라운드로 진행되며 정해진 라운드만큼 선취하면 승리하는 게임입니다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즉</a:t>
            </a:r>
            <a:r>
              <a:rPr lang="en-US" altLang="ko-KR" dirty="0"/>
              <a:t> 2011</a:t>
            </a:r>
            <a:r>
              <a:rPr lang="ko-KR" altLang="ko-KR" dirty="0"/>
              <a:t>년에 출시한</a:t>
            </a:r>
            <a:r>
              <a:rPr lang="en-US" altLang="ko-KR" dirty="0"/>
              <a:t> homefront</a:t>
            </a:r>
            <a:r>
              <a:rPr lang="ko-KR" altLang="ko-KR" dirty="0"/>
              <a:t>라는 게임의 스토리와 </a:t>
            </a:r>
            <a:r>
              <a:rPr lang="ko-KR" altLang="ko-KR" dirty="0" err="1"/>
              <a:t>발로란트의</a:t>
            </a:r>
            <a:r>
              <a:rPr lang="ko-KR" altLang="ko-KR" dirty="0"/>
              <a:t> 게임 진행방식을 합친 게임입니다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281443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06428-2116-C8D0-52B5-6864A370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내년 하반기 이슈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6AE2EB-A712-E99C-0835-C077C1E75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게임이 완성되는 내년 </a:t>
            </a:r>
            <a:r>
              <a:rPr lang="ko-KR" altLang="en-US" dirty="0" err="1"/>
              <a:t>하반기쯤에</a:t>
            </a:r>
            <a:r>
              <a:rPr lang="ko-KR" altLang="en-US" dirty="0"/>
              <a:t> 있을만한 이슈 정리</a:t>
            </a:r>
            <a:endParaRPr lang="en-US" altLang="ko-KR" dirty="0"/>
          </a:p>
          <a:p>
            <a:r>
              <a:rPr lang="ko-KR" altLang="en-US" dirty="0"/>
              <a:t>월드컵</a:t>
            </a:r>
            <a:endParaRPr lang="en-US" altLang="ko-KR" dirty="0"/>
          </a:p>
          <a:p>
            <a:r>
              <a:rPr lang="ko-KR" altLang="en-US" dirty="0"/>
              <a:t>지방선거</a:t>
            </a:r>
            <a:endParaRPr lang="en-US" altLang="ko-KR" dirty="0"/>
          </a:p>
          <a:p>
            <a:r>
              <a:rPr lang="ko-KR" altLang="en-US" dirty="0"/>
              <a:t>미국선거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등등 말하면서 전쟁에 대한 관심도가 높아질 것이다</a:t>
            </a:r>
            <a:r>
              <a:rPr lang="en-US" altLang="ko-KR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412440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E8D7-39BC-67AF-6AAB-54C9AF91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Fps</a:t>
            </a:r>
            <a:r>
              <a:rPr lang="ko-KR" altLang="en-US" dirty="0"/>
              <a:t>가 인기있는 </a:t>
            </a:r>
            <a:r>
              <a:rPr lang="ko-KR" altLang="en-US" dirty="0" err="1"/>
              <a:t>게임이다라는</a:t>
            </a:r>
            <a:r>
              <a:rPr lang="ko-KR" altLang="en-US" dirty="0"/>
              <a:t>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E1C8F-7A7C-36C2-2D8B-D31DD5CB4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025"/>
            <a:ext cx="10515600" cy="4351338"/>
          </a:xfrm>
        </p:spPr>
        <p:txBody>
          <a:bodyPr/>
          <a:lstStyle/>
          <a:p>
            <a:r>
              <a:rPr lang="en-US" altLang="ko-KR" dirty="0"/>
              <a:t>Z</a:t>
            </a:r>
            <a:r>
              <a:rPr lang="ko-KR" altLang="en-US" dirty="0"/>
              <a:t>세대가 좋아하는 슈팅게임(이미지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피시방</a:t>
            </a:r>
            <a:r>
              <a:rPr lang="ko-KR" altLang="en-US" dirty="0"/>
              <a:t> 순위에서 슈팅게임들의 입지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그래서 우리는 </a:t>
            </a:r>
            <a:r>
              <a:rPr lang="en-US" altLang="ko-KR" dirty="0"/>
              <a:t>fps</a:t>
            </a:r>
            <a:r>
              <a:rPr lang="ko-KR" altLang="en-US" dirty="0"/>
              <a:t>로 접근 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59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43BE-9682-4517-BBCE-C0E475D3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3359E-BE1B-87DC-832C-6B5C6E85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우리가 만들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FB8B0-DEF4-2224-8ECA-4C884887A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전쟁 관련된 어떤 게임을 만들 것인데 예전에 출시한 비슷한 게임이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(homefront)</a:t>
            </a:r>
          </a:p>
          <a:p>
            <a:r>
              <a:rPr lang="ko-KR" altLang="en-US" dirty="0"/>
              <a:t>싱글에서</a:t>
            </a:r>
            <a:r>
              <a:rPr lang="en-US" altLang="ko-KR" dirty="0"/>
              <a:t> ‘</a:t>
            </a:r>
            <a:r>
              <a:rPr lang="ko-KR" altLang="en-US" dirty="0"/>
              <a:t>골리앗</a:t>
            </a:r>
            <a:r>
              <a:rPr lang="en-US" altLang="ko-KR" dirty="0"/>
              <a:t>’ + </a:t>
            </a:r>
            <a:r>
              <a:rPr lang="ko-KR" altLang="en-US" dirty="0"/>
              <a:t>멀티플레이모드에서 </a:t>
            </a:r>
            <a:r>
              <a:rPr lang="ko-KR" altLang="en-US" dirty="0" err="1"/>
              <a:t>발로란트와</a:t>
            </a:r>
            <a:r>
              <a:rPr lang="ko-KR" altLang="en-US" dirty="0"/>
              <a:t> 유사한 경제시스템</a:t>
            </a:r>
            <a:endParaRPr lang="en-US" altLang="ko-KR" dirty="0"/>
          </a:p>
          <a:p>
            <a:r>
              <a:rPr lang="ko-KR" altLang="en-US" dirty="0"/>
              <a:t>이 게임 스토리의 화제성은 그대로 이용하면서 문제점</a:t>
            </a:r>
            <a:r>
              <a:rPr lang="en-US" altLang="ko-KR" dirty="0"/>
              <a:t>? </a:t>
            </a:r>
            <a:r>
              <a:rPr lang="ko-KR" altLang="en-US" dirty="0"/>
              <a:t>단점</a:t>
            </a:r>
            <a:r>
              <a:rPr lang="en-US" altLang="ko-KR" dirty="0"/>
              <a:t>? </a:t>
            </a:r>
            <a:r>
              <a:rPr lang="ko-KR" altLang="en-US" dirty="0"/>
              <a:t>들을 보완해서 요즘 세대들이 즐길 수 있는 게임으로 만들어 보겠다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25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EEB5B-06FC-6066-4670-E7601C26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6AE54-6E0C-E380-FD53-0E26E9FE3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규칙</a:t>
            </a:r>
          </a:p>
        </p:txBody>
      </p:sp>
    </p:spTree>
    <p:extLst>
      <p:ext uri="{BB962C8B-B14F-4D97-AF65-F5344CB8AC3E}">
        <p14:creationId xmlns:p14="http://schemas.microsoft.com/office/powerpoint/2010/main" val="315050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CD4EE-3BF3-A51A-CD97-ABC1C274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92652-F01B-3574-19CD-0DFDA6A95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44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946B-4CDA-CEDF-E5AC-CB210085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945080-0331-E170-EDDF-3CDB9E00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60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E9200-9749-8840-A1D8-5CFE9B58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중점 연구과제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0366B8-ECCB-7374-E4DD-1ACA73A15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33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18858-F793-4D28-FB4F-C0DBA3D2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B55A02-726E-EC98-0BF1-AF4217A6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906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153</Words>
  <Application>Microsoft Office PowerPoint</Application>
  <PresentationFormat>와이드스크린</PresentationFormat>
  <Paragraphs>27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종합설계기획</vt:lpstr>
      <vt:lpstr>우리가 만들 게임</vt:lpstr>
      <vt:lpstr>내년 하반기 이슈</vt:lpstr>
      <vt:lpstr>Fps가 인기있는 게임이다라는 내용</vt:lpstr>
      <vt:lpstr>우리가 만들 게임</vt:lpstr>
      <vt:lpstr>게임 진행 방식</vt:lpstr>
      <vt:lpstr>플레이어 </vt:lpstr>
      <vt:lpstr>경제 시스템</vt:lpstr>
      <vt:lpstr>중점 연구과제</vt:lpstr>
      <vt:lpstr>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한건우(2019180042)</dc:creator>
  <cp:lastModifiedBy>한건우(2019180042)</cp:lastModifiedBy>
  <cp:revision>1</cp:revision>
  <dcterms:created xsi:type="dcterms:W3CDTF">2025-11-11T12:44:10Z</dcterms:created>
  <dcterms:modified xsi:type="dcterms:W3CDTF">2025-11-11T16:29:31Z</dcterms:modified>
</cp:coreProperties>
</file>